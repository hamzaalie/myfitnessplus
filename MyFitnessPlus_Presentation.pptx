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MyFitnessPlus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7E"/>
                </a:solidFill>
                <a:latin typeface="Segoe UI"/>
              </a:defRPr>
            </a:pPr>
            <a:r>
              <a:t>Project Progress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D0"/>
                </a:solidFill>
                <a:latin typeface="Segoe UI"/>
              </a:defRPr>
            </a:pPr>
            <a:r>
              <a:t>A Comprehensive Fitness Tracking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 Project Overview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 Stakeholder Identification (Onion Model)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 Functional &amp; Non-Functional Requirements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 Use Case Diagram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 System Architecture &amp;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6.  Component Structure &amp; Data Organisation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7.  Key Diagrams (Sequence, Activity)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8.  Algorithms &amp; Calculations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9.  Updated Time Schedule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10. 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What is MyFitnessPlus?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7E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Full-stack fitness tracking web application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Helps users plan meals, workouts &amp; track progress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Traffic-light system for progress visualisation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Goal setting &amp; achievement tracking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Personal dashboard with daily/weekly summaries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User Authentication (Register/Login/Logout)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Interactive Dashboard with summary cards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Weekly Meal Prep planner with macro tracking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Structured Workout Plans (7-day schedule)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Goals Tracker with progress percentages</a:t>
            </a:r>
          </a:p>
          <a:p>
            <a:pPr>
              <a:spcAft>
                <a:spcPts val="800"/>
              </a:spcAft>
              <a:defRPr sz="1500">
                <a:solidFill>
                  <a:srgbClr val="B0BED0"/>
                </a:solidFill>
                <a:latin typeface="Segoe UI"/>
              </a:defRPr>
            </a:pPr>
            <a:r>
              <a:t>• Progress Monitoring (RAG traffic light system)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Stakeholder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Onion Model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645920"/>
            <a:ext cx="5760720" cy="493776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44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931920" y="2103120"/>
            <a:ext cx="4297680" cy="4023360"/>
          </a:xfrm>
          <a:prstGeom prst="ellipse">
            <a:avLst/>
          </a:prstGeom>
          <a:solidFill>
            <a:srgbClr val="1E4D6E"/>
          </a:solidFill>
          <a:ln w="19050">
            <a:solidFill>
              <a:srgbClr val="44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0" y="2560320"/>
            <a:ext cx="3017520" cy="3108960"/>
          </a:xfrm>
          <a:prstGeom prst="ellipse">
            <a:avLst/>
          </a:prstGeom>
          <a:solidFill>
            <a:srgbClr val="226685"/>
          </a:solidFill>
          <a:ln w="19050">
            <a:solidFill>
              <a:srgbClr val="44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120640" y="2926080"/>
            <a:ext cx="1920240" cy="2377440"/>
          </a:xfrm>
          <a:prstGeom prst="ellipse">
            <a:avLst/>
          </a:prstGeom>
          <a:solidFill>
            <a:srgbClr val="00897B"/>
          </a:solidFill>
          <a:ln w="19050">
            <a:solidFill>
              <a:srgbClr val="44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D0"/>
                </a:solidFill>
                <a:latin typeface="Segoe UI"/>
              </a:defRPr>
            </a:pPr>
            <a:r>
              <a:t>Dev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Wider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External Environment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256032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7E"/>
                </a:solidFill>
                <a:latin typeface="Segoe UI"/>
              </a:defRPr>
            </a:pPr>
            <a:r>
              <a:t>Core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Segoe UI"/>
              </a:defRPr>
            </a:pPr>
            <a:r>
              <a:t>Developer, Project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7E"/>
                </a:solidFill>
                <a:latin typeface="Segoe UI"/>
              </a:defRPr>
            </a:pPr>
            <a:r>
              <a:t>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Segoe UI"/>
              </a:defRPr>
            </a:pPr>
            <a:r>
              <a:t>End Users (fitness enthusiasts),</a:t>
            </a:r>
            <a:br/>
            <a:r>
              <a:t>Testers, UI/UX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7E"/>
                </a:solidFill>
                <a:latin typeface="Segoe UI"/>
              </a:defRPr>
            </a:pPr>
            <a:r>
              <a:t>Wider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Segoe UI"/>
              </a:defRPr>
            </a:pPr>
            <a:r>
              <a:t>Module Supervisor,</a:t>
            </a:r>
            <a:br/>
            <a:r>
              <a:t>University, Peer Reviewers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7E"/>
                </a:solidFill>
                <a:latin typeface="Segoe UI"/>
              </a:defRPr>
            </a:pPr>
            <a:r>
              <a:t>External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Segoe UI"/>
              </a:defRPr>
            </a:pPr>
            <a:r>
              <a:t>Fitness industry trends,</a:t>
            </a:r>
            <a:br/>
            <a:r>
              <a:t>Regulatory (data privacy),</a:t>
            </a:r>
            <a:br/>
            <a:r>
              <a:t>Competitor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Stakeholder Roles &amp; Interests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560320" cy="38404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37744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Developer / Project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Designs, develops &amp; tests the application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Makes all technical &amp; scope decisions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Responsible for meeting deadlines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103120"/>
            <a:ext cx="2560320" cy="38404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2194560"/>
            <a:ext cx="23774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End Users (Fitness Enthusiasts)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1089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Primary audience for the application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Need intuitive UI &amp; useful features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Their feedback shapes feature 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2560320" cy="38404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2377440" cy="381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Module Supervisor /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089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Sets project requirements &amp; grading criteria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Provides guidance &amp; milestone check-ins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Ensures academic standards are met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103120"/>
            <a:ext cx="2560320" cy="38404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0" y="2194560"/>
            <a:ext cx="237744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External (Industry / Competitors)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089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Fitness market trends influence features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GDPR / data privacy regulations apply</a:t>
            </a:r>
          </a:p>
          <a:p>
            <a:pPr>
              <a:spcAft>
                <a:spcPts val="8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Competitor analysis shaped feature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Implemented Features 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Segoe UI"/>
              </a:defRPr>
            </a:pPr>
            <a:r>
              <a:t>Authentication &amp; 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User registration with validation (name, email, password)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User login with JWT token-based authentication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Persistent login sessions via localStorage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Protected routes / authorisation middleware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Logout functionality &amp; token invalidation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Auto-redirect based on auth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Dashboard with daily summary &amp; weekly highlights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Weekly Meal Prep planner (calorie &amp; protein tracking)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Structured Workout Plan (7-day, exercises with sets/reps)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Goals Page (progress %, status tracking, achievements)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Progress Page (RAG traffic-light system, 6 categories)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✅  Responsive navigation bar &amp; landing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Pending / In Progress  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E0B"/>
                </a:solidFill>
                <a:latin typeface="Segoe UI"/>
              </a:defRPr>
            </a:pPr>
            <a:r>
              <a:t>Data Persistence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Persist meal plans to database (currently mock data)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Persist workout plans to database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Persist goals &amp; progress data to database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CRUD API routes for meals, workouts, goals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User-specific data storage &amp;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E0B"/>
                </a:solidFill>
                <a:latin typeface="Segoe UI"/>
              </a:defRPr>
            </a:pPr>
            <a:r>
              <a:t>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User profile editing (name, weight, preferences)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Custom meal &amp; workout creation (user input)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Historical progress charting over time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Notification/reminders for goals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Mobile responsive refinements</a:t>
            </a:r>
          </a:p>
          <a:p>
            <a:pPr>
              <a:spcAft>
                <a:spcPts val="8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🔧  Deployment to production (cloud hosting)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Segoe UI"/>
              </a:defRPr>
            </a:pPr>
            <a:r>
              <a:t>🔒 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JWT token-based authentication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Bcrypt password hashing (salt rounds: 10)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Protected API routes with middleware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Input validation with express-validator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01168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⚡ 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React SPA with client-side routing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Minimal API calls, local state management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Optimised re-renders with React hooks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Concurrent dev server (backend + frontend)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E0B"/>
                </a:solidFill>
                <a:latin typeface="Segoe UI"/>
              </a:defRPr>
            </a:pPr>
            <a:r>
              <a:t>🎨  Usability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Clean, modern dark-themed UI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Intuitive navigation with visual feedback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Traffic light system for quick understanding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Consistent design language across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01168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🔧  Maintainability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Modular component-based architecture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Separation of concerns (MVC pattern)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Centralised API service layer</a:t>
            </a:r>
          </a:p>
          <a:p>
            <a:pPr>
              <a:spcAft>
                <a:spcPts val="7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Context API for state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System interaction modelling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C5B6A8-ECED-0680-359E-15AD624F1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6930"/>
            <a:ext cx="12192000" cy="4110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Overall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3-Tier Client-Server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Segoe UI"/>
              </a:defRPr>
            </a:pPr>
            <a:r>
              <a:t>React 18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React Components (Pages &amp; UI)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React Router v6 (Client Routing)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Context API (State Management)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Axios (HTTP Client)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CSS Stylesheets (Responsive Design)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2004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2103120"/>
            <a:ext cx="301752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7E"/>
                </a:solidFill>
                <a:latin typeface="Segoe UI"/>
              </a:defRPr>
            </a:pPr>
            <a:r>
              <a:t>Application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Segoe UI"/>
              </a:defRPr>
            </a:pPr>
            <a:r>
              <a:t>Node.js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108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Express.js REST API Server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JWT Authentication Middleware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Express-Validator (Input Validation)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CORS Middleware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Route Controllers (Auth, Health)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011680"/>
            <a:ext cx="32004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2103120"/>
            <a:ext cx="3017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Data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Segoe UI"/>
              </a:defRPr>
            </a:pPr>
            <a:r>
              <a:t>MongoDB + Mongoose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108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MongoDB Database (NoSQL)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Mongoose ODM (Schema Modelling)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User Model (name, email, password)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Bcrypt (Password Hashing)</a:t>
            </a:r>
          </a:p>
          <a:p>
            <a:pPr>
              <a:spcAft>
                <a:spcPts val="7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Future: Meal, Workout, Goal models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94760" y="3840480"/>
            <a:ext cx="548640" cy="36576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269480" y="3840480"/>
            <a:ext cx="548640" cy="365760"/>
          </a:xfrm>
          <a:prstGeom prst="rightArrow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React 18.2 (UI Library)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React Router DOM 6.21 (Routing)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Axios 1.6 (HTTP Client)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Context API (State Management)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CSS3 (Custom Styling)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Create React App (Build Tool)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7E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Node.js (Runtime)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Express 4.18 (Web Framework)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MongoDB (NoSQL Database)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Mongoose 8.0 (ODM)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JWT (Authentication)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Bcrypt.js (Password Hashing)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E0B"/>
                </a:solidFill>
                <a:latin typeface="Segoe UI"/>
              </a:defRPr>
            </a:pPr>
            <a:r>
              <a:t>Dev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Nodemon (Hot Reload - Server)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Concurrently (Parallel Dev)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Express-Validator (Validation)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dotenv (Environment Config)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CORS (Cross-Origin Requests)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Git (Version Control)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Component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Frontend &amp; Backend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Frontend (React)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📁 src/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App.js  (Router &amp; Layout)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components/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├── Navbar.js  (Navigation)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ProtectedRoute.js  (Auth Guard)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context/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AuthContext.js  (Auth State)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pages/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├── Landing / Login / Signup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├── Dashboard / Progress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├── MealPrep / Workout / Goals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services/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api.js  (Axios HTTP Client)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└── data/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      └── mockData.js  (Placeholder 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Segoe UI"/>
              </a:defRPr>
            </a:pPr>
            <a:r>
              <a:t>Backend (Node/Express)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📁 server/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server.js  (Express App Entry)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config/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database.js  (MongoDB Connect)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middleware/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auth.js  (JWT Verification)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models/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│     └── User.js  (Mongoose Schema)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└── routes/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      └── auth.js  (Register/Login/User)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📁 root/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├── package.json  (Server Dependencies)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└── .env  (Environment Variables)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Database Schema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Segoe UI"/>
              </a:defRPr>
            </a:pPr>
            <a:r>
              <a:t>User Model (MongoDB)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{ _id: ObjectId,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name: String (required),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email: String (unique, lowercase),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password: String (bcrypt hashed),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createdAt: Date (auto),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updatedAt: Date (auto)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011680"/>
            <a:ext cx="356616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E0B"/>
                </a:solidFill>
                <a:latin typeface="Segoe UI"/>
              </a:defRPr>
            </a:pPr>
            <a:r>
              <a:t>Client-Side Data (Mock)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progressData – 6 categories with RAG scores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mealPrepData – 7-day meal plan, macros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workoutData – Weekly plan, exercises, sets/reps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goalsData – Goals with % progress +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• dashboardData – Daily summary + weekly highlights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→ Will migrate to DB-backed API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38328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1. User submits credentials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2. Express validates input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3. Mongoose queries MongoDB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4. JWT token generated &amp; sent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5. Token stored in localStorage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6. Axios sends token in headers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7. Protected routes verify JWT</a:t>
            </a:r>
          </a:p>
          <a:p>
            <a:pPr>
              <a:spcAft>
                <a:spcPts val="600"/>
              </a:spcAft>
              <a:defRPr sz="1200">
                <a:solidFill>
                  <a:srgbClr val="B0BED0"/>
                </a:solidFill>
                <a:latin typeface="Segoe UI"/>
              </a:defRPr>
            </a:pPr>
            <a:r>
              <a:t>8. User data returned to client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Authentication Flow (Login)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129DFE4-1A76-58A6-2A9E-20714C39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00" y="1874520"/>
            <a:ext cx="10618839" cy="44101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Activity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User Journey Through the Application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959CEE-5BAE-23D2-4C75-36F6D26FE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600"/>
            <a:ext cx="12074013" cy="30034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Algorithms &amp;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7E"/>
                </a:solidFill>
                <a:latin typeface="Segoe UI"/>
              </a:defRPr>
            </a:pPr>
            <a:r>
              <a:t>🚦 Traffic Light (RAG)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Scoring Algorithm: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score = (current / target) × 100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Classification: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🟢 Green  → score ≥ 80%  (On Track)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🟡 Amber  → 50% ≤ score &lt; 80%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🔴 Red    → score &lt; 50%  (Behind)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Overall Score: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avg of all 6 category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🍽️ Nutrition Calculations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Daily Totals: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totalCal = Σ meal.calories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totalProtein = Σ meal.protein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Progress Bar: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width = (consumed / target) × 100%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Weekly Average: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avgCal = Σ dailyCal / 7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avgProtein = Σ dailyProtein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383280" cy="4389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E0B"/>
                </a:solidFill>
                <a:latin typeface="Segoe UI"/>
              </a:defRPr>
            </a:pPr>
            <a:r>
              <a:t>🔐 Authentication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Password Hashing: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salt = bcrypt.genSalt(10)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hash = bcrypt.hash(pw, salt)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Login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match = bcrypt.compare(input, hash)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Token Generation: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token = jwt.sign(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  { user: { id } },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  JWT_SECRET,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  { expiresIn: '24h' }</a:t>
            </a:r>
          </a:p>
          <a:p>
            <a:pPr>
              <a:spcAft>
                <a:spcPts val="400"/>
              </a:spcAft>
              <a:defRPr sz="1200">
                <a:solidFill>
                  <a:srgbClr val="B0BED0"/>
                </a:solidFill>
                <a:latin typeface="Consolas"/>
              </a:defRPr>
            </a:pPr>
            <a:r>
              <a:t> 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Updated Time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Progress since PPRS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1: Planning &amp;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Oct – Nov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331720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2331720"/>
            <a:ext cx="5943600" cy="320040"/>
          </a:xfrm>
          <a:prstGeom prst="round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7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2: UI/UX Design &amp; Prototyping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Nov – Dec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26079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0" y="2926079"/>
            <a:ext cx="4754880" cy="320040"/>
          </a:xfrm>
          <a:prstGeom prst="round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29260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7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3: Frontend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Dec 2025 – Jan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520439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0" y="3520439"/>
            <a:ext cx="5943600" cy="320040"/>
          </a:xfrm>
          <a:prstGeom prst="round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35204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D47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4: Backend &amp;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Jan – Feb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114800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0" y="4114800"/>
            <a:ext cx="41605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5: Data Persistence (CRUD)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Feb – Mar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709159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54880" y="4709159"/>
            <a:ext cx="1783080" cy="320040"/>
          </a:xfrm>
          <a:prstGeom prst="round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81360" y="47091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BE0B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6: Testing &amp; Refinement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Mar – Apr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5303520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54880" y="5303520"/>
            <a:ext cx="59436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81360" y="5303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7: Deployment &amp;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Segoe UI"/>
              </a:defRPr>
            </a:pPr>
            <a:r>
              <a:t>Apr – May 2026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5897880"/>
            <a:ext cx="5943600" cy="320040"/>
          </a:xfrm>
          <a:prstGeom prst="round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81360" y="5897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A94A6"/>
                </a:solidFill>
                <a:latin typeface="Segoe UI"/>
              </a:defRPr>
            </a:pPr>
            <a:r>
              <a:t>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Timeline Changes &amp; Adjustments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E0B"/>
                </a:solidFill>
                <a:latin typeface="Segoe UI"/>
              </a:defRPr>
            </a:pPr>
            <a:r>
              <a:t>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Frontend development completed ahead of schedule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→ Clean component architecture accelerated this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Backend auth took longer than planned (+1 week)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→ MongoDB connectivity &amp; JWT flow needed iteration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Data persistence phase pushed back by ~2 weeks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→ Prioritised getting auth right before CRUD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Mock data approach adopted as interim solution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→ Allows frontend to function while backend catches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7E"/>
                </a:solidFill>
                <a:latin typeface="Segoe UI"/>
              </a:defRPr>
            </a:pPr>
            <a:r>
              <a:t>Impact &amp;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Overall project still on track for deadline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Mock data ensures working demo at every stage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Backend CRUD is the current priority (Feb–Mar)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Testing phase may overlap with deployment to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save time in the final weeks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• Scope adjusted: advanced features (notifications,</a:t>
            </a:r>
          </a:p>
          <a:p>
            <a:pPr>
              <a:spcAft>
                <a:spcPts val="400"/>
              </a:spcAft>
              <a:defRPr sz="1300">
                <a:solidFill>
                  <a:srgbClr val="B0BED0"/>
                </a:solidFill>
                <a:latin typeface="Segoe UI"/>
              </a:defRPr>
            </a:pPr>
            <a:r>
              <a:t>  charting) moved to 'nice to have' category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7E"/>
                </a:solidFill>
                <a:latin typeface="Segoe UI"/>
              </a:defRPr>
            </a:pPr>
            <a:r>
              <a:t>✅  What's Been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Complete frontend with 7 pages + navigation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User authentication (register, login, logout)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Dashboard, Meal Prep, Workout, Goals, Progress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Traffic light progress monitoring system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RESTful API structure with middleware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Clean, maintainable codebase (modular React)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🔜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Build CRUD API routes (meals, workouts, goals)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Migrate mock data to MongoDB collections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Add user-specific data storage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Implement progress history &amp; charting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Comprehensive testing (unit + integration)</a:t>
            </a:r>
          </a:p>
          <a:p>
            <a:pPr>
              <a:spcAft>
                <a:spcPts val="800"/>
              </a:spcAft>
              <a:defRPr sz="1400">
                <a:solidFill>
                  <a:srgbClr val="B0BED0"/>
                </a:solidFill>
                <a:latin typeface="Segoe UI"/>
              </a:defRPr>
            </a:pPr>
            <a:r>
              <a:t>• Deploy to cloud (Render / Vercel)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7E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Segoe UI"/>
              </a:defRPr>
            </a:pPr>
            <a:r>
              <a:t>MyFitnessPlus — Your Personal Fitness Companion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1827</Words>
  <Application>Microsoft Office PowerPoint</Application>
  <PresentationFormat>Widescreen</PresentationFormat>
  <Paragraphs>328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Hamza Ali</cp:lastModifiedBy>
  <cp:revision>2</cp:revision>
  <dcterms:created xsi:type="dcterms:W3CDTF">2013-01-27T09:14:16Z</dcterms:created>
  <dcterms:modified xsi:type="dcterms:W3CDTF">2026-02-12T13:12:32Z</dcterms:modified>
  <cp:category/>
</cp:coreProperties>
</file>